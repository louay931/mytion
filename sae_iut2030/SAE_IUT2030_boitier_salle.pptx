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re" id="{1810b617-c6fb-32bc-d090-fd60214793a8}">
          <p14:sldIdLst>
            <p14:sldId id="256"/>
          </p14:sldIdLst>
        </p14:section>
        <p14:section name="Problématique" id="{0181fd16-9585-84d8-4d1b-52d7ba89369d}">
          <p14:sldIdLst>
            <p14:sldId id="257"/>
          </p14:sldIdLst>
        </p14:section>
        <p14:section name="Solution" id="{b80f3828-1833-97b5-527a-c559fff56600}">
          <p14:sldIdLst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 projet en une phrase : un boîtier par salle qui sait qui est là, si la salle est vraiment utilisée, et s'il y a des personnes non autorisées.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trois problèmes ont la même cause : on n'a pas de données fiables sur ce qui se passe dans les salles. La détection d'intrusion répond à une demande de l'équipe pédagogique.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cœur du projet est l'émargement ; l'occupation et l'intrusion sont des extensions avec le même boîtier. Les données se vérifient entre elles : 20 émargés mais salle vide = anomalie. Seul matériel en plus pour l'intrusion : le compteur à la porte. Démo prévue : une salle équipée avec un intrus simulé.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1371600"/>
            <a:ext cx="7772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ctr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2286000"/>
            <a:ext cx="77724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3657600"/>
            <a:ext cx="77724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13716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Boîtier de salle connecté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22860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Émargement, occupation des salles et détection d'intrusion</a:t>
            </a: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36576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SAE – IUT 2030 – Thèmes : IoT et Université du futur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[Nom Prénom], [Nom Prénom], [Nom Prénom]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Problématique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Comment savoir en temps réel qui est présent dans une salle, si elle est vraiment utilisée et si des personnes non autorisées s'y trouvent ?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057400"/>
            <a:ext cx="8229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L'émargement papier est lent et on peut signer pour un absent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Des salles sont réservées mais vides, et on ne trouve pas les salles libres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Chauffage et lumière restent allumés dans des salles vides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Des personnes peuvent utiliser une salle hors cours ou s'incruster sans être inscrites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Solution envisagée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54406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Un boîtier ESP32 dans chaque salle 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QR code qui change toutes les 5 s + vérification BLE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Capteur de présence (PIR ou radar) et capteur de CO2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Compteur d'entrées/sorties à la porte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Le serveur compare avec l'emploi du temps 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quelqu'un dans la salle hors créneau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plus de personnes comptées que d'émargés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scan par un étudiant qui n'est pas du groupe</a:t>
            </a:r>
            <a:endParaRPr lang="en-US" sz="1500" dirty="0"/>
          </a:p>
        </p:txBody>
      </p:sp>
      <p:sp>
        <p:nvSpPr>
          <p:cNvPr id="4" name="Boîtier ESP32 (salle)"/>
          <p:cNvSpPr/>
          <p:nvPr/>
        </p:nvSpPr>
        <p:spPr>
          <a:xfrm>
            <a:off x="6035040" y="1280160"/>
            <a:ext cx="2560320" cy="548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035040" y="12801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Boîtier ESP32 (salle)</a:t>
            </a:r>
            <a:endParaRPr lang="en-US" sz="1400" dirty="0"/>
          </a:p>
        </p:txBody>
      </p:sp>
      <p:sp>
        <p:nvSpPr>
          <p:cNvPr id="6" name="Flèche"/>
          <p:cNvSpPr/>
          <p:nvPr/>
        </p:nvSpPr>
        <p:spPr>
          <a:xfrm>
            <a:off x="7315200" y="1828800"/>
            <a:ext cx="0" cy="36576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7" name="Serveur (MQTT, Wi-Fi)"/>
          <p:cNvSpPr/>
          <p:nvPr/>
        </p:nvSpPr>
        <p:spPr>
          <a:xfrm>
            <a:off x="6035040" y="2194560"/>
            <a:ext cx="2560320" cy="548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035040" y="21945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Serveur (MQTT, Wi-Fi)</a:t>
            </a:r>
            <a:endParaRPr lang="en-US" sz="1400" dirty="0"/>
          </a:p>
        </p:txBody>
      </p:sp>
      <p:sp>
        <p:nvSpPr>
          <p:cNvPr id="9" name="Flèche"/>
          <p:cNvSpPr/>
          <p:nvPr/>
        </p:nvSpPr>
        <p:spPr>
          <a:xfrm>
            <a:off x="7315200" y="2743200"/>
            <a:ext cx="0" cy="36576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0" name="Tableau de bord + alertes"/>
          <p:cNvSpPr/>
          <p:nvPr/>
        </p:nvSpPr>
        <p:spPr>
          <a:xfrm>
            <a:off x="6035040" y="3108960"/>
            <a:ext cx="2560320" cy="548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35040" y="31089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Tableau de bord + alertes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37947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Sans caméra : on sait combien de personnes sont en trop, pas qui (RGPD)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">
  <a:themeElements>
    <a:clrScheme name="Simple">
      <a:dk1>
        <a:srgbClr val="222222"/>
      </a:dk1>
      <a:lt1>
        <a:srgbClr val="FFFFFF"/>
      </a:lt1>
      <a:dk2>
        <a:srgbClr val="1F3864"/>
      </a:dk2>
      <a:lt2>
        <a:srgbClr val="F2F2F2"/>
      </a:lt2>
      <a:accent1>
        <a:srgbClr val="1F3864"/>
      </a:accent1>
      <a:accent2>
        <a:srgbClr val="4472C4"/>
      </a:accent2>
      <a:accent3>
        <a:srgbClr val="A5A5A5"/>
      </a:accent3>
      <a:accent4>
        <a:srgbClr val="ED7D31"/>
      </a:accent4>
      <a:accent5>
        <a:srgbClr val="70AD47"/>
      </a:accent5>
      <a:accent6>
        <a:srgbClr val="5B9BD5"/>
      </a:accent6>
      <a:hlink>
        <a:srgbClr val="0563C1"/>
      </a:hlink>
      <a:folHlink>
        <a:srgbClr val="954F72"/>
      </a:folHlink>
    </a:clrScheme>
    <a:fontScheme name="Simpl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Boîtier de salle connecté – SAE IUT 2030</dc:title>
  <dc:subject>PptxGenJS Presentation</dc:subject>
  <dc:creator>PptxGenJS</dc:creator>
  <cp:lastModifiedBy>PptxGenJS</cp:lastModifiedBy>
  <cp:revision>1</cp:revision>
  <dcterms:created xsi:type="dcterms:W3CDTF">2026-10-02T11:44:29Z</dcterms:created>
  <dcterms:modified xsi:type="dcterms:W3CDTF">2026-10-02T11:44:29Z</dcterms:modified>
</cp:coreProperties>
</file>
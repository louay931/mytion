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re" id="{6c39fb2f-06c7-f3db-0b8e-7404996bda41}">
          <p14:sldIdLst>
            <p14:sldId id="256"/>
          </p14:sldIdLst>
        </p14:section>
        <p14:section name="Problématique" id="{ec96fd76-f244-2270-3614-94351f4765c3}">
          <p14:sldIdLst>
            <p14:sldId id="257"/>
          </p14:sldIdLst>
        </p14:section>
        <p14:section name="Solution" id="{e46254c7-c9de-7b95-e4fc-0a094572eee9}">
          <p14:sldIdLst>
            <p14:sldId id="25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Présenter le projet en une phrase : un robot qui accueille les nouveaux étudiants et les visiteurs, comprend leurs questions à l'oral et les accompagne jusqu'à la bonne salle.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besoin concerne tous les départements et tous les publics : nouveaux étudiants, visiteurs, parents, intervenants. En 2030, l'IUT doit pouvoir accueillir en continu et dans plusieurs langues.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Périmètre réaliste sur l'année : d'abord un robot fixe qui comprend les questions et répond (reconnaissance vocale + IA), ensuite la base mobile qui navigue dans un couloir grâce au LiDAR (cartographie). Démo prévue : on pose une question au robot, il répond puis avance vers la salle demandée. Côté ESE : commande des moteurs, capteurs, alimentation sur batterie, électronique embarquée.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1371600"/>
            <a:ext cx="77724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algn="ctr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85800" y="2286000"/>
            <a:ext cx="77724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2000" dirty="0">
                <a:solidFill>
                  <a:schemeClr val="tx1"/>
                </a:solidFill>
              </a:defRPr>
            </a:lvl1pPr>
          </a:lstStyle>
          <a:p>
            <a:pPr algn="ctr" indent="0" marL="0">
              <a:buNone/>
            </a:pPr>
            <a:endParaRPr lang="en-US" sz="2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3657600"/>
            <a:ext cx="77724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600" dirty="0">
                <a:solidFill>
                  <a:schemeClr val="tx1"/>
                </a:solidFill>
              </a:defRPr>
            </a:lvl1pPr>
          </a:lstStyle>
          <a:p>
            <a:pPr algn="ctr"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137160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Robot d'accueil intelligent de l'IUT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85800" y="22860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Un robot qui répond aux questions et guide les visiteurs jusqu'à la bonne salle</a:t>
            </a:r>
            <a:endParaRPr lang="en-US" sz="2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365760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SAE – IUT 2030 – Thèmes : Robotique, IA et Université du futur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[Nom Prénom], [Nom Prénom], [Nom Prénom]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Problématique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Comment accueillir et orienter chaque personne qui arrive à l'IUT, à tout moment, sans mobiliser le personnel ?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057400"/>
            <a:ext cx="82296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Les nouveaux étudiants se perdent les premières semaines (salles, amphis, secrétariats)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Aux portes ouvertes, les visiteurs et les parents ne savent pas à qui poser leurs questions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L'accueil n'est pas toujours disponible (pauses, fin de journée, files d'attente)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Les étudiants étrangers ou en situation de handicap ont besoin d'un accueil adapté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Solution envisagée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54406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Le robot 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Base mobile à roues + LiDAR et ultrasons pour éviter les obstacles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Écran tactile, micro et haut-parleur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Raspberry Pi pour l'IA, microcontrôleur pour les moteurs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L'IA 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comprend la question à l'oral (« où est l'amphi B ? »)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répond avec les infos de l'IUT, en plusieurs langues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accompagne la personne jusqu'à la salle</a:t>
            </a:r>
            <a:endParaRPr lang="en-US" sz="1500" dirty="0"/>
          </a:p>
        </p:txBody>
      </p:sp>
      <p:sp>
        <p:nvSpPr>
          <p:cNvPr id="4" name="Question à l'oral"/>
          <p:cNvSpPr/>
          <p:nvPr/>
        </p:nvSpPr>
        <p:spPr>
          <a:xfrm>
            <a:off x="6035040" y="1280160"/>
            <a:ext cx="2560320" cy="548640"/>
          </a:xfrm>
          <a:prstGeom prst="rect">
            <a:avLst/>
          </a:prstGeom>
          <a:solidFill>
            <a:schemeClr val="bg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035040" y="12801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Question à l'oral</a:t>
            </a:r>
            <a:endParaRPr lang="en-US" sz="1400" dirty="0"/>
          </a:p>
        </p:txBody>
      </p:sp>
      <p:sp>
        <p:nvSpPr>
          <p:cNvPr id="6" name="Flèche"/>
          <p:cNvSpPr/>
          <p:nvPr/>
        </p:nvSpPr>
        <p:spPr>
          <a:xfrm>
            <a:off x="7315200" y="1828800"/>
            <a:ext cx="0" cy="36576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7" name="IA : comprend et répond"/>
          <p:cNvSpPr/>
          <p:nvPr/>
        </p:nvSpPr>
        <p:spPr>
          <a:xfrm>
            <a:off x="6035040" y="2194560"/>
            <a:ext cx="2560320" cy="548640"/>
          </a:xfrm>
          <a:prstGeom prst="rect">
            <a:avLst/>
          </a:prstGeom>
          <a:solidFill>
            <a:schemeClr val="bg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035040" y="21945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IA : comprend et répond</a:t>
            </a:r>
            <a:endParaRPr lang="en-US" sz="1400" dirty="0"/>
          </a:p>
        </p:txBody>
      </p:sp>
      <p:sp>
        <p:nvSpPr>
          <p:cNvPr id="9" name="Flèche"/>
          <p:cNvSpPr/>
          <p:nvPr/>
        </p:nvSpPr>
        <p:spPr>
          <a:xfrm>
            <a:off x="7315200" y="2743200"/>
            <a:ext cx="0" cy="36576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0" name="Réponse + guidage"/>
          <p:cNvSpPr/>
          <p:nvPr/>
        </p:nvSpPr>
        <p:spPr>
          <a:xfrm>
            <a:off x="6035040" y="3108960"/>
            <a:ext cx="2560320" cy="548640"/>
          </a:xfrm>
          <a:prstGeom prst="rect">
            <a:avLst/>
          </a:prstGeom>
          <a:solidFill>
            <a:schemeClr val="bg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035040" y="31089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Réponse + guidage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035040" y="37947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tx1"/>
                </a:solidFill>
              </a:rPr>
              <a:t>Étape 1 : il répond à la voix. Étape 2 : il se déplace seul.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">
  <a:themeElements>
    <a:clrScheme name="Simple">
      <a:dk1>
        <a:srgbClr val="222222"/>
      </a:dk1>
      <a:lt1>
        <a:srgbClr val="FFFFFF"/>
      </a:lt1>
      <a:dk2>
        <a:srgbClr val="1F3864"/>
      </a:dk2>
      <a:lt2>
        <a:srgbClr val="F2F2F2"/>
      </a:lt2>
      <a:accent1>
        <a:srgbClr val="1F3864"/>
      </a:accent1>
      <a:accent2>
        <a:srgbClr val="4472C4"/>
      </a:accent2>
      <a:accent3>
        <a:srgbClr val="A5A5A5"/>
      </a:accent3>
      <a:accent4>
        <a:srgbClr val="ED7D31"/>
      </a:accent4>
      <a:accent5>
        <a:srgbClr val="70AD47"/>
      </a:accent5>
      <a:accent6>
        <a:srgbClr val="5B9BD5"/>
      </a:accent6>
      <a:hlink>
        <a:srgbClr val="0563C1"/>
      </a:hlink>
      <a:folHlink>
        <a:srgbClr val="954F72"/>
      </a:folHlink>
    </a:clrScheme>
    <a:fontScheme name="Simpl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Robot d'accueil intelligent – SAE IUT 2030</dc:title>
  <dc:subject>PptxGenJS Presentation</dc:subject>
  <dc:creator>PptxGenJS</dc:creator>
  <cp:lastModifiedBy>PptxGenJS</cp:lastModifiedBy>
  <cp:revision>1</cp:revision>
  <dcterms:created xsi:type="dcterms:W3CDTF">2026-10-02T13:12:00Z</dcterms:created>
  <dcterms:modified xsi:type="dcterms:W3CDTF">2026-10-02T13:12:00Z</dcterms:modified>
</cp:coreProperties>
</file>